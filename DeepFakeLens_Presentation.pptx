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DeepFakeLens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2461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AI Fact-Checking &amp; Deepfake Verification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411480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1148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07208" y="4114800"/>
            <a:ext cx="1760220" cy="384048"/>
          </a:xfrm>
          <a:prstGeom prst="roundRect">
            <a:avLst>
              <a:gd name="adj" fmla="val 50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07208" y="4114800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Stack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68596" y="411480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68596" y="41148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Verdicts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faster than facts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65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claims and manipulated media circulate widely before anyone can verify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34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fact-checking doesn't scale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researchers can't keep pace with the volume of claims and images shared every day.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69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are getting harder to spot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34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and manipulated images increasingly fool the naked eye.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160020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01600" dist="38100" dir="5400000">
              <a:srgbClr val="1B2340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5528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unverified claim that goes viral erodes public trust — in media, in institutions, and in each other.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160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system that can investigate a claim or image and return a sourced, trustworthy verdict — in seconds.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DeepFakeLens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DeepFakeLens is a chain of five specialized AI agents that work together like a newsroom fact-checking desk — each one handling a single step, so a claim or image goes from raw input to a sourced verdict automatically.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2340"/>
          </a:solidFill>
          <a:ln/>
        </p:spPr>
      </p:sp>
      <p:sp>
        <p:nvSpPr>
          <p:cNvPr id="6" name="Shape 4"/>
          <p:cNvSpPr/>
          <p:nvPr/>
        </p:nvSpPr>
        <p:spPr>
          <a:xfrm>
            <a:off x="1298448" y="292608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98448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claim or image and extracts what needs checking.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3566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34640" y="265176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2E3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292608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84448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703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1148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relevant, credible sources on the open web.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19472" y="3566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265176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23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0448" y="292608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703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41148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actual content from those sources.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566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06640" y="265176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2E3A66"/>
          </a:solidFill>
          <a:ln/>
        </p:spPr>
      </p:sp>
      <p:sp>
        <p:nvSpPr>
          <p:cNvPr id="24" name="Shape 22"/>
          <p:cNvSpPr/>
          <p:nvPr/>
        </p:nvSpPr>
        <p:spPr>
          <a:xfrm>
            <a:off x="8156448" y="292608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56448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3703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41148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evidence for and against the claim.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3566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92640" y="265176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234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42448" y="292608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42448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3703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41148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final answer with confidence and citations.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cache (ChromaDB) sits alongside the pipeline, so previously-checked claims return instantly without repeating the work.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DeepFakeLens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written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591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212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any factual statement in plain 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0175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8712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a cached knowledge base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5295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new, the agents search &amp; scrape live sources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34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1879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verdict (true/false/misleading), confidence score, plain-English explanation, and source list with stance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 follow-up questions — answered instantly using the same evidence, no re-searching needed.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76200" dist="25400" dir="5400000">
              <a:srgbClr val="1B2340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 image's authenticity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23591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2212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image URL instead of text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30175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28712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deepfake detection model alongside Gemini Vision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5295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search/scrape steps entirely — analysis is direct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43342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41879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authenticity assessment alongside the same verdict structure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write back to the shared cache, making the whole system smarter over time.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DeepFakeLens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modular stack — built so any teammate can drop in a real implementation.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860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B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2860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4884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+ Groq Llama 3.3 70B (fallback)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182112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B23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Cache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04495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/ DuckDuckGo + ChromaDB vector cache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B2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078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94106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with full OpenAPI docs &amp; CORS for Stitch UIs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83717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974336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B23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9743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4837176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for Render or Hugging Face Spaces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mode: with no API keys configured, the system runs in a deterministic local fallback mode — fully testable without any paid access.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DeepFakeLens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3200400" cy="3200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6517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claim to verdict — in seconds, with sources.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DeepFakeLens turns fact-checking into an automated, sourced, repeatable process.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DeepFakeLens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2026-08-27T12:29:47Z</dcterms:created>
  <dcterms:modified xsi:type="dcterms:W3CDTF">2026-08-27T12:29:47Z</dcterms:modified>
</cp:coreProperties>
</file>